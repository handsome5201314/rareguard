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c444f87a843fc" /><Relationship Type="http://schemas.openxmlformats.org/officeDocument/2006/relationships/extended-properties" Target="/docProps/app.xml" Id="R040cfea9b3854bd7" /><Relationship Type="http://schemas.openxmlformats.org/officeDocument/2006/relationships/officeDocument" Target="/ppt/presentation.xml" Id="R62d6489e6148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8f822120046f6"/>
  </p:sldMasterIdLst>
  <p:notesMasterIdLst>
    <p:notesMasterId xmlns:r="http://schemas.openxmlformats.org/officeDocument/2006/relationships" r:id="Rcf9a04d4d4044ad6"/>
  </p:notesMasterIdLst>
  <p:sldIdLst>
    <p:sldId xmlns:r="http://schemas.openxmlformats.org/officeDocument/2006/relationships" id="256" r:id="Rbfaf835312fe41d7"/>
    <p:sldId xmlns:r="http://schemas.openxmlformats.org/officeDocument/2006/relationships" id="257" r:id="Rd73c76273f4944c4"/>
    <p:sldId xmlns:r="http://schemas.openxmlformats.org/officeDocument/2006/relationships" id="258" r:id="Rc52b259f1f584a80"/>
    <p:sldId xmlns:r="http://schemas.openxmlformats.org/officeDocument/2006/relationships" id="259" r:id="Raa2bba575493489f"/>
    <p:sldId xmlns:r="http://schemas.openxmlformats.org/officeDocument/2006/relationships" id="260" r:id="R46ceccd92ddd473c"/>
    <p:sldId xmlns:r="http://schemas.openxmlformats.org/officeDocument/2006/relationships" id="261" r:id="Ree01cae7ba974bae"/>
    <p:sldId xmlns:r="http://schemas.openxmlformats.org/officeDocument/2006/relationships" id="262" r:id="R172e6a4efee24dce"/>
    <p:sldId xmlns:r="http://schemas.openxmlformats.org/officeDocument/2006/relationships" id="263" r:id="Rdefcd377b2244b62"/>
    <p:sldId xmlns:r="http://schemas.openxmlformats.org/officeDocument/2006/relationships" id="264" r:id="R9bc60133e30a4b0d"/>
    <p:sldId xmlns:r="http://schemas.openxmlformats.org/officeDocument/2006/relationships" id="265" r:id="R7407605003284dd2"/>
    <p:sldId xmlns:r="http://schemas.openxmlformats.org/officeDocument/2006/relationships" id="266" r:id="R272e235bf4734bd9"/>
  </p:sldIdLst>
  <p:sldSz cx="27432000" cy="950258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71beb1dda49cc" /><Relationship Type="http://schemas.openxmlformats.org/officeDocument/2006/relationships/slideMaster" Target="/ppt/slideMasters/slideMaster1.xml" Id="R0418f822120046f6" /><Relationship Type="http://schemas.openxmlformats.org/officeDocument/2006/relationships/notesMaster" Target="/ppt/notesMasters/notesMaster1.xml" Id="Rcf9a04d4d4044ad6" /><Relationship Type="http://schemas.openxmlformats.org/officeDocument/2006/relationships/presProps" Target="/ppt/presProps.xml" Id="Re026eca7f8bd4c57" /><Relationship Type="http://schemas.openxmlformats.org/officeDocument/2006/relationships/tableStyles" Target="/ppt/tableStyles.xml" Id="R4db0775786964178" /><Relationship Type="http://schemas.openxmlformats.org/officeDocument/2006/relationships/slide" Target="/ppt/slides/slide1.xml" Id="Rbfaf835312fe41d7" /><Relationship Type="http://schemas.openxmlformats.org/officeDocument/2006/relationships/slide" Target="/ppt/slides/slide2.xml" Id="Rd73c76273f4944c4" /><Relationship Type="http://schemas.openxmlformats.org/officeDocument/2006/relationships/slide" Target="/ppt/slides/slide3.xml" Id="Rc52b259f1f584a80" /><Relationship Type="http://schemas.openxmlformats.org/officeDocument/2006/relationships/slide" Target="/ppt/slides/slide4.xml" Id="Raa2bba575493489f" /><Relationship Type="http://schemas.openxmlformats.org/officeDocument/2006/relationships/slide" Target="/ppt/slides/slide5.xml" Id="R46ceccd92ddd473c" /><Relationship Type="http://schemas.openxmlformats.org/officeDocument/2006/relationships/slide" Target="/ppt/slides/slide6.xml" Id="Ree01cae7ba974bae" /><Relationship Type="http://schemas.openxmlformats.org/officeDocument/2006/relationships/slide" Target="/ppt/slides/slide7.xml" Id="R172e6a4efee24dce" /><Relationship Type="http://schemas.openxmlformats.org/officeDocument/2006/relationships/slide" Target="/ppt/slides/slide8.xml" Id="Rdefcd377b2244b62" /><Relationship Type="http://schemas.openxmlformats.org/officeDocument/2006/relationships/slide" Target="/ppt/slides/slide9.xml" Id="R9bc60133e30a4b0d" /><Relationship Type="http://schemas.openxmlformats.org/officeDocument/2006/relationships/slide" Target="/ppt/slides/slide10.xml" Id="R7407605003284dd2" /><Relationship Type="http://schemas.openxmlformats.org/officeDocument/2006/relationships/slide" Target="/ppt/slides/slide11.xml" Id="R272e235bf473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ddb7f85df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4a153461b48a2" /><Relationship Type="http://schemas.openxmlformats.org/officeDocument/2006/relationships/notesMaster" Target="/ppt/notesMasters/notesMaster1.xml" Id="Rad4998a5dc5f4b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0da5d63c24e97" /><Relationship Type="http://schemas.openxmlformats.org/officeDocument/2006/relationships/notesMaster" Target="/ppt/notesMasters/notesMaster1.xml" Id="Rdcebefa733924a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27f7c44da4c0e" /><Relationship Type="http://schemas.openxmlformats.org/officeDocument/2006/relationships/notesMaster" Target="/ppt/notesMasters/notesMaster1.xml" Id="R56b4e51d0774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0260b22c704a71" /><Relationship Type="http://schemas.openxmlformats.org/officeDocument/2006/relationships/notesMaster" Target="/ppt/notesMasters/notesMaster1.xml" Id="R1ae0ae28291a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94596f3a684572" /><Relationship Type="http://schemas.openxmlformats.org/officeDocument/2006/relationships/notesMaster" Target="/ppt/notesMasters/notesMaster1.xml" Id="R61d7aa48c92b41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1738ad68d450a" /><Relationship Type="http://schemas.openxmlformats.org/officeDocument/2006/relationships/notesMaster" Target="/ppt/notesMasters/notesMaster1.xml" Id="R2efd8630d59849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b4bf6706d04192" /><Relationship Type="http://schemas.openxmlformats.org/officeDocument/2006/relationships/notesMaster" Target="/ppt/notesMasters/notesMaster1.xml" Id="Rb874facfd449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f4dcb42113422d" /><Relationship Type="http://schemas.openxmlformats.org/officeDocument/2006/relationships/notesMaster" Target="/ppt/notesMasters/notesMaster1.xml" Id="Rc2ffcfe7944a4d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6dc05b5f96417b" /><Relationship Type="http://schemas.openxmlformats.org/officeDocument/2006/relationships/notesMaster" Target="/ppt/notesMasters/notesMaster1.xml" Id="R0166d10fc413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935d3189d74933" /><Relationship Type="http://schemas.openxmlformats.org/officeDocument/2006/relationships/notesMaster" Target="/ppt/notesMasters/notesMaster1.xml" Id="R0da70e680f6045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71d94359c84bf2" /><Relationship Type="http://schemas.openxmlformats.org/officeDocument/2006/relationships/notesMaster" Target="/ppt/notesMasters/notesMaster1.xml" Id="Rfd76e21bf9c0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00dd7b30545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eb25f0a564f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1492afa854b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71117118f4f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8db948ff643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36653d85f49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E44D4-BE86-4A2D-9C4B-557DA40A5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43200" y="3589867"/>
            <a:ext cx="21945600" cy="1372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0CA5F7-4F47-4A27-ADAF-42EA5C630B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14800" y="5226423"/>
            <a:ext cx="19202400" cy="1055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FE75E4-FC79-4D49-BD05-E8A5D6481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43200" y="3959412"/>
            <a:ext cx="21945600" cy="158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2294C1-6822-45AC-A2E0-DAAE4FE41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43050" y="739090"/>
            <a:ext cx="24345900" cy="116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993CD9-C600-42AD-98C8-12A54E882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43050" y="2639608"/>
            <a:ext cx="24345900" cy="591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753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39090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1427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83765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06102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28439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50776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73114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5451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B91EF4-857C-455D-A309-D11786A7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43050" y="739090"/>
            <a:ext cx="24345900" cy="116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0D3D4-F081-4E94-B350-1757CD2C6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43050" y="2639608"/>
            <a:ext cx="11315700" cy="591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753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39090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1427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83765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06102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28439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50776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73114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5451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8F195A-864C-44BE-A98D-25A0279F5F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573250" y="2639608"/>
            <a:ext cx="11315700" cy="591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753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39090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1427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83765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06102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28439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50776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73114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5451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2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752B8E-AE2D-4920-B4B5-849DCB80A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43050" y="739090"/>
            <a:ext cx="24345900" cy="116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B20F2E-F92B-4433-82E0-1F77EB159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43050" y="2639608"/>
            <a:ext cx="11315700" cy="591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753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39090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61427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83765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06102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28439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50776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73114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5451" indent="-316753" algn="l">
              <a:lnSpc>
                <a:spcPct val="110000"/>
              </a:lnSpc>
              <a:spcBef>
                <a:spcPts val="0"/>
              </a:spcBef>
              <a:spcAft>
                <a:spcPts val="1663"/>
              </a:spcAft>
              <a:buChar char="•"/>
              <a:defRPr sz="3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34f5c50864784" /><Relationship Type="http://schemas.openxmlformats.org/officeDocument/2006/relationships/slideLayout" Target="/ppt/slideLayouts/slideLayout1.xml" Id="Rb3ad65affcc04cb8" /><Relationship Type="http://schemas.openxmlformats.org/officeDocument/2006/relationships/slideLayout" Target="/ppt/slideLayouts/slideLayout2.xml" Id="R69477bcfe84443f7" /><Relationship Type="http://schemas.openxmlformats.org/officeDocument/2006/relationships/slideLayout" Target="/ppt/slideLayouts/slideLayout3.xml" Id="R5f373399c8d54e5d" /><Relationship Type="http://schemas.openxmlformats.org/officeDocument/2006/relationships/slideLayout" Target="/ppt/slideLayouts/slideLayout4.xml" Id="R359cfa01cf424931" /><Relationship Type="http://schemas.openxmlformats.org/officeDocument/2006/relationships/slideLayout" Target="/ppt/slideLayouts/slideLayout5.xml" Id="Rfbe1ba154d394b02" /><Relationship Type="http://schemas.openxmlformats.org/officeDocument/2006/relationships/slideLayout" Target="/ppt/slideLayouts/slideLayout6.xml" Id="R2fc5700a77fd41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65affcc04cb8"/>
    <p:sldLayoutId xmlns:r="http://schemas.openxmlformats.org/officeDocument/2006/relationships" id="2147483650" r:id="R69477bcfe84443f7"/>
    <p:sldLayoutId xmlns:r="http://schemas.openxmlformats.org/officeDocument/2006/relationships" id="2147483651" r:id="R5f373399c8d54e5d"/>
    <p:sldLayoutId xmlns:r="http://schemas.openxmlformats.org/officeDocument/2006/relationships" id="2147483652" r:id="R359cfa01cf424931"/>
    <p:sldLayoutId xmlns:r="http://schemas.openxmlformats.org/officeDocument/2006/relationships" id="2147483653" r:id="Rfbe1ba154d394b02"/>
    <p:sldLayoutId xmlns:r="http://schemas.openxmlformats.org/officeDocument/2006/relationships" id="2147483654" r:id="R2fc5700a77fd41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1bfbc9f6845d4" /><Relationship Type="http://schemas.openxmlformats.org/officeDocument/2006/relationships/image" Target="/ppt/media/image.png" Id="R705d2c23d91541dc" /><Relationship Type="http://schemas.openxmlformats.org/officeDocument/2006/relationships/notesSlide" Target="/ppt/notesSlides/notesSlide1.xml" Id="R5b4bd0a2ec9647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c4bb6608245e2" /><Relationship Type="http://schemas.openxmlformats.org/officeDocument/2006/relationships/image" Target="/ppt/media/image2.png" Id="Rf70d5431ce1842c6" /><Relationship Type="http://schemas.openxmlformats.org/officeDocument/2006/relationships/notesSlide" Target="/ppt/notesSlides/notesSlide2.xml" Id="R4fa6c90ca5c1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c7b77be64402b" /><Relationship Type="http://schemas.openxmlformats.org/officeDocument/2006/relationships/image" Target="/ppt/media/image3.png" Id="R4a395039bfdc48ab" /><Relationship Type="http://schemas.openxmlformats.org/officeDocument/2006/relationships/notesSlide" Target="/ppt/notesSlides/notesSlide3.xml" Id="Rb6fc1ae8be524d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15d4847c640f0" /><Relationship Type="http://schemas.openxmlformats.org/officeDocument/2006/relationships/image" Target="/ppt/media/image4.png" Id="R05fbfb0a27994917" /><Relationship Type="http://schemas.openxmlformats.org/officeDocument/2006/relationships/notesSlide" Target="/ppt/notesSlides/notesSlide4.xml" Id="R7618f914a9a9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a998b64134c26" /><Relationship Type="http://schemas.openxmlformats.org/officeDocument/2006/relationships/image" Target="/ppt/media/image5.png" Id="Rc74cb147feef44d1" /><Relationship Type="http://schemas.openxmlformats.org/officeDocument/2006/relationships/notesSlide" Target="/ppt/notesSlides/notesSlide5.xml" Id="Rd2948f8f800c4f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ce7e23a3b492d" /><Relationship Type="http://schemas.openxmlformats.org/officeDocument/2006/relationships/image" Target="/ppt/media/image6.png" Id="R151c7b7347474d8d" /><Relationship Type="http://schemas.openxmlformats.org/officeDocument/2006/relationships/notesSlide" Target="/ppt/notesSlides/notesSlide6.xml" Id="R37fffebbafcd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a2883105846e6" /><Relationship Type="http://schemas.openxmlformats.org/officeDocument/2006/relationships/image" Target="/ppt/media/image7.png" Id="R69bfbfb387e34281" /><Relationship Type="http://schemas.openxmlformats.org/officeDocument/2006/relationships/notesSlide" Target="/ppt/notesSlides/notesSlide7.xml" Id="R9abdba5e5ff444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644c63dd84407" /><Relationship Type="http://schemas.openxmlformats.org/officeDocument/2006/relationships/image" Target="/ppt/media/image8.png" Id="Rd3928d282445449d" /><Relationship Type="http://schemas.openxmlformats.org/officeDocument/2006/relationships/notesSlide" Target="/ppt/notesSlides/notesSlide8.xml" Id="Rd34f9e1dffa743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06012d74a4b31" /><Relationship Type="http://schemas.openxmlformats.org/officeDocument/2006/relationships/image" Target="/ppt/media/image9.png" Id="R8618257afe7f437d" /><Relationship Type="http://schemas.openxmlformats.org/officeDocument/2006/relationships/notesSlide" Target="/ppt/notesSlides/notesSlide9.xml" Id="R3d642058f91c40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d0fdf1e6a4df8" /><Relationship Type="http://schemas.openxmlformats.org/officeDocument/2006/relationships/image" Target="/ppt/media/image10.png" Id="R75964a095ecd4eca" /><Relationship Type="http://schemas.openxmlformats.org/officeDocument/2006/relationships/notesSlide" Target="/ppt/notesSlides/notesSlide10.xml" Id="R26aa555753d04b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21e0bb2ec472f" /><Relationship Type="http://schemas.openxmlformats.org/officeDocument/2006/relationships/image" Target="/ppt/media/image11.png" Id="Ra65e5139c5c640b0" /><Relationship Type="http://schemas.openxmlformats.org/officeDocument/2006/relationships/notesSlide" Target="/ppt/notesSlides/notesSlide11.xml" Id="Rc90c38c73eec4d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63D2E-6D70-4B00-9F53-51D9640793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d2c23d91541dc"/>
          <a:stretch xmlns:a="http://schemas.openxmlformats.org/drawingml/2006/main"/>
        </p:blipFill>
        <p:spPr>
          <a:xfrm xmlns:a="http://schemas.openxmlformats.org/drawingml/2006/main">
            <a:off x="4851" y="0"/>
            <a:ext cx="2742229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5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82F62-6AA9-44DD-A96C-AB13CE82E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d5431ce1842c6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729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CD7B5-E11C-477A-9CDC-9D38485DD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95039bfdc48ab"/>
          <a:stretch xmlns:a="http://schemas.openxmlformats.org/drawingml/2006/main"/>
        </p:blipFill>
        <p:spPr>
          <a:xfrm xmlns:a="http://schemas.openxmlformats.org/drawingml/2006/main">
            <a:off x="4851" y="0"/>
            <a:ext cx="2742229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88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C86B5-5DF5-471C-A633-D6AB910D0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bfb0a27994917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944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AA8CA-B063-4040-BB88-BC65FD873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cb147feef44d1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263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4677-4624-4FC1-8517-EF18386470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c7b7347474d8d"/>
          <a:stretch xmlns:a="http://schemas.openxmlformats.org/drawingml/2006/main"/>
        </p:blipFill>
        <p:spPr>
          <a:xfrm xmlns:a="http://schemas.openxmlformats.org/drawingml/2006/main">
            <a:off x="4851" y="0"/>
            <a:ext cx="2742229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865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0A6A6-28CD-4FCF-BD36-EA35FB6C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fbfb387e34281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1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88587-CD56-488A-BDEE-A8912D74B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28d282445449d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121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EB7C8-2AB4-419F-B946-25D57620E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8257afe7f437d"/>
          <a:stretch xmlns:a="http://schemas.openxmlformats.org/drawingml/2006/main"/>
        </p:blipFill>
        <p:spPr>
          <a:xfrm xmlns:a="http://schemas.openxmlformats.org/drawingml/2006/main">
            <a:off x="4851" y="0"/>
            <a:ext cx="2742229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267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6EBAB-B9DC-432A-9DD6-F89FB435B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64a095ecd4eca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969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A7452-869F-4E34-9435-6CDD32297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5139c5c640b0"/>
          <a:stretch xmlns:a="http://schemas.openxmlformats.org/drawingml/2006/main"/>
        </p:blipFill>
        <p:spPr>
          <a:xfrm xmlns:a="http://schemas.openxmlformats.org/drawingml/2006/main">
            <a:off x="18576" y="0"/>
            <a:ext cx="27394847" cy="950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09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2026-10-18T17:56:52.9720000Z</dcterms:created>
  <dcterms:modified xsi:type="dcterms:W3CDTF">2026-10-18T17:56:52.9720000Z</dcterms:modified>
</coreProperties>
</file>