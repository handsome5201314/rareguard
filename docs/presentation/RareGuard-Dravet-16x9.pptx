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f45e216524985" /><Relationship Type="http://schemas.openxmlformats.org/officeDocument/2006/relationships/extended-properties" Target="/docProps/app.xml" Id="R316a04e15ee54f3f" /><Relationship Type="http://schemas.openxmlformats.org/officeDocument/2006/relationships/officeDocument" Target="/ppt/presentation.xml" Id="R5d0cf69b482b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65abdfc55a487d"/>
  </p:sldMasterIdLst>
  <p:notesMasterIdLst>
    <p:notesMasterId xmlns:r="http://schemas.openxmlformats.org/officeDocument/2006/relationships" r:id="Re1386731a8664277"/>
  </p:notesMasterIdLst>
  <p:sldIdLst>
    <p:sldId xmlns:r="http://schemas.openxmlformats.org/officeDocument/2006/relationships" id="256" r:id="Re4843dcd58c94ce3"/>
    <p:sldId xmlns:r="http://schemas.openxmlformats.org/officeDocument/2006/relationships" id="257" r:id="R939707777e304657"/>
    <p:sldId xmlns:r="http://schemas.openxmlformats.org/officeDocument/2006/relationships" id="258" r:id="R86e20da44c5a4c1e"/>
    <p:sldId xmlns:r="http://schemas.openxmlformats.org/officeDocument/2006/relationships" id="259" r:id="Rae2cfe73f3434469"/>
    <p:sldId xmlns:r="http://schemas.openxmlformats.org/officeDocument/2006/relationships" id="260" r:id="Rbac0196932da46cb"/>
    <p:sldId xmlns:r="http://schemas.openxmlformats.org/officeDocument/2006/relationships" id="261" r:id="R3c0cd38852e746e2"/>
    <p:sldId xmlns:r="http://schemas.openxmlformats.org/officeDocument/2006/relationships" id="262" r:id="R94b600cef0fc4cb9"/>
    <p:sldId xmlns:r="http://schemas.openxmlformats.org/officeDocument/2006/relationships" id="263" r:id="Re62e5126a9bb493d"/>
    <p:sldId xmlns:r="http://schemas.openxmlformats.org/officeDocument/2006/relationships" id="264" r:id="Rb57bc21959c8429b"/>
    <p:sldId xmlns:r="http://schemas.openxmlformats.org/officeDocument/2006/relationships" id="265" r:id="Rce9d0836e0174d30"/>
    <p:sldId xmlns:r="http://schemas.openxmlformats.org/officeDocument/2006/relationships" id="266" r:id="R2529094c4e4446f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9621009f3480a" /><Relationship Type="http://schemas.openxmlformats.org/officeDocument/2006/relationships/slideMaster" Target="/ppt/slideMasters/slideMaster1.xml" Id="R5065abdfc55a487d" /><Relationship Type="http://schemas.openxmlformats.org/officeDocument/2006/relationships/notesMaster" Target="/ppt/notesMasters/notesMaster1.xml" Id="Re1386731a8664277" /><Relationship Type="http://schemas.openxmlformats.org/officeDocument/2006/relationships/presProps" Target="/ppt/presProps.xml" Id="R4bbf2e44c4244100" /><Relationship Type="http://schemas.openxmlformats.org/officeDocument/2006/relationships/tableStyles" Target="/ppt/tableStyles.xml" Id="Rcd84fa6e888b40bb" /><Relationship Type="http://schemas.openxmlformats.org/officeDocument/2006/relationships/slide" Target="/ppt/slides/slide1.xml" Id="Re4843dcd58c94ce3" /><Relationship Type="http://schemas.openxmlformats.org/officeDocument/2006/relationships/slide" Target="/ppt/slides/slide2.xml" Id="R939707777e304657" /><Relationship Type="http://schemas.openxmlformats.org/officeDocument/2006/relationships/slide" Target="/ppt/slides/slide3.xml" Id="R86e20da44c5a4c1e" /><Relationship Type="http://schemas.openxmlformats.org/officeDocument/2006/relationships/slide" Target="/ppt/slides/slide4.xml" Id="Rae2cfe73f3434469" /><Relationship Type="http://schemas.openxmlformats.org/officeDocument/2006/relationships/slide" Target="/ppt/slides/slide5.xml" Id="Rbac0196932da46cb" /><Relationship Type="http://schemas.openxmlformats.org/officeDocument/2006/relationships/slide" Target="/ppt/slides/slide6.xml" Id="R3c0cd38852e746e2" /><Relationship Type="http://schemas.openxmlformats.org/officeDocument/2006/relationships/slide" Target="/ppt/slides/slide7.xml" Id="R94b600cef0fc4cb9" /><Relationship Type="http://schemas.openxmlformats.org/officeDocument/2006/relationships/slide" Target="/ppt/slides/slide8.xml" Id="Re62e5126a9bb493d" /><Relationship Type="http://schemas.openxmlformats.org/officeDocument/2006/relationships/slide" Target="/ppt/slides/slide9.xml" Id="Rb57bc21959c8429b" /><Relationship Type="http://schemas.openxmlformats.org/officeDocument/2006/relationships/slide" Target="/ppt/slides/slide10.xml" Id="Rce9d0836e0174d30" /><Relationship Type="http://schemas.openxmlformats.org/officeDocument/2006/relationships/slide" Target="/ppt/slides/slide11.xml" Id="R2529094c4e4446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08c69e225447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b000c7c9d40eb" /><Relationship Type="http://schemas.openxmlformats.org/officeDocument/2006/relationships/notesMaster" Target="/ppt/notesMasters/notesMaster1.xml" Id="Rf8c6bdd1f843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7f758b57534950" /><Relationship Type="http://schemas.openxmlformats.org/officeDocument/2006/relationships/notesMaster" Target="/ppt/notesMasters/notesMaster1.xml" Id="Rabc22c7150ba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ad667e4854d2c" /><Relationship Type="http://schemas.openxmlformats.org/officeDocument/2006/relationships/notesMaster" Target="/ppt/notesMasters/notesMaster1.xml" Id="R1c10e212a113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a77b1e7cc4d30" /><Relationship Type="http://schemas.openxmlformats.org/officeDocument/2006/relationships/notesMaster" Target="/ppt/notesMasters/notesMaster1.xml" Id="R458062714a6142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2274c934e24148" /><Relationship Type="http://schemas.openxmlformats.org/officeDocument/2006/relationships/notesMaster" Target="/ppt/notesMasters/notesMaster1.xml" Id="R48538737cf15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8035cf352e49c9" /><Relationship Type="http://schemas.openxmlformats.org/officeDocument/2006/relationships/notesMaster" Target="/ppt/notesMasters/notesMaster1.xml" Id="Rd6fcc8823ef44e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5d57f1acaf46aa" /><Relationship Type="http://schemas.openxmlformats.org/officeDocument/2006/relationships/notesMaster" Target="/ppt/notesMasters/notesMaster1.xml" Id="Ra356e3e000ad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4bbbae8db94a85" /><Relationship Type="http://schemas.openxmlformats.org/officeDocument/2006/relationships/notesMaster" Target="/ppt/notesMasters/notesMaster1.xml" Id="Rdf76330077e84a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3e9b91a6646e7" /><Relationship Type="http://schemas.openxmlformats.org/officeDocument/2006/relationships/notesMaster" Target="/ppt/notesMasters/notesMaster1.xml" Id="R2817b5b0a99148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eab8e234454558" /><Relationship Type="http://schemas.openxmlformats.org/officeDocument/2006/relationships/notesMaster" Target="/ppt/notesMasters/notesMaster1.xml" Id="Rf0597a6efd8643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fd91c8f4ec46d3" /><Relationship Type="http://schemas.openxmlformats.org/officeDocument/2006/relationships/notesMaster" Target="/ppt/notesMasters/notesMaster1.xml" Id="Rf7b000535057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docs/presentation/index.html. App UI is a design example; cloud pages contain synthetic acceptance data. Octop image excludes the account region. Real device, overnight coverage and alarm acceptance remain pending. Edit HTML to change content; this PPTX uses rendered slide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aade6dc6e40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6c10f313e47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56e3478784e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e3be2d6e74a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1fdc8579a49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c8f8e6319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1ACEE2-4BBD-463D-8034-5E645B92F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D618DA-39F5-4722-A229-8ADB619759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7AEE46-B43C-4FBA-83AD-859856375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FBADC6-0C87-4341-AC9E-D6410A635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40FCD2-03C3-491B-8223-E49DF70C98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3418B2-812E-4AE3-B45F-2DF024750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B64C0B-AACD-48EC-82AE-E44E9BA68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8B1863-49EC-4293-8387-C976941F24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4125DB-A8AC-46F9-967A-BB0F95E9E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AAAF4E-B2D3-49AC-A30F-42BE21A59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cf1bb4b944e80" /><Relationship Type="http://schemas.openxmlformats.org/officeDocument/2006/relationships/slideLayout" Target="/ppt/slideLayouts/slideLayout1.xml" Id="Rcc9dbb521684479c" /><Relationship Type="http://schemas.openxmlformats.org/officeDocument/2006/relationships/slideLayout" Target="/ppt/slideLayouts/slideLayout2.xml" Id="R9cadd67f1b864f54" /><Relationship Type="http://schemas.openxmlformats.org/officeDocument/2006/relationships/slideLayout" Target="/ppt/slideLayouts/slideLayout3.xml" Id="Rb14939b230e3408c" /><Relationship Type="http://schemas.openxmlformats.org/officeDocument/2006/relationships/slideLayout" Target="/ppt/slideLayouts/slideLayout4.xml" Id="Rdabedb0f28db417f" /><Relationship Type="http://schemas.openxmlformats.org/officeDocument/2006/relationships/slideLayout" Target="/ppt/slideLayouts/slideLayout5.xml" Id="Rd20508a266834625" /><Relationship Type="http://schemas.openxmlformats.org/officeDocument/2006/relationships/slideLayout" Target="/ppt/slideLayouts/slideLayout6.xml" Id="Re6cfc2aae3f9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9dbb521684479c"/>
    <p:sldLayoutId xmlns:r="http://schemas.openxmlformats.org/officeDocument/2006/relationships" id="2147483650" r:id="R9cadd67f1b864f54"/>
    <p:sldLayoutId xmlns:r="http://schemas.openxmlformats.org/officeDocument/2006/relationships" id="2147483651" r:id="Rb14939b230e3408c"/>
    <p:sldLayoutId xmlns:r="http://schemas.openxmlformats.org/officeDocument/2006/relationships" id="2147483652" r:id="Rdabedb0f28db417f"/>
    <p:sldLayoutId xmlns:r="http://schemas.openxmlformats.org/officeDocument/2006/relationships" id="2147483653" r:id="Rd20508a266834625"/>
    <p:sldLayoutId xmlns:r="http://schemas.openxmlformats.org/officeDocument/2006/relationships" id="2147483654" r:id="Re6cfc2aae3f9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760386ad8423d" /><Relationship Type="http://schemas.openxmlformats.org/officeDocument/2006/relationships/image" Target="/ppt/media/image.png" Id="Raac98510e7c64b56" /><Relationship Type="http://schemas.openxmlformats.org/officeDocument/2006/relationships/notesSlide" Target="/ppt/notesSlides/notesSlide1.xml" Id="R4805328d240b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bc0330a434d16" /><Relationship Type="http://schemas.openxmlformats.org/officeDocument/2006/relationships/image" Target="/ppt/media/image2.png" Id="R1613b9d1f4a34cf7" /><Relationship Type="http://schemas.openxmlformats.org/officeDocument/2006/relationships/notesSlide" Target="/ppt/notesSlides/notesSlide2.xml" Id="R741f12b74dd441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fd5fdb5c64e2c" /><Relationship Type="http://schemas.openxmlformats.org/officeDocument/2006/relationships/image" Target="/ppt/media/image3.png" Id="Re2a017b1364f4b4a" /><Relationship Type="http://schemas.openxmlformats.org/officeDocument/2006/relationships/notesSlide" Target="/ppt/notesSlides/notesSlide3.xml" Id="R77af8dc2632c4f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45084b1b940fa" /><Relationship Type="http://schemas.openxmlformats.org/officeDocument/2006/relationships/image" Target="/ppt/media/image4.png" Id="R3e4c9d1efa254de6" /><Relationship Type="http://schemas.openxmlformats.org/officeDocument/2006/relationships/notesSlide" Target="/ppt/notesSlides/notesSlide4.xml" Id="Rc7eb394f1bae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a4741d2af4b58" /><Relationship Type="http://schemas.openxmlformats.org/officeDocument/2006/relationships/image" Target="/ppt/media/image5.png" Id="R8c86418cec4949c0" /><Relationship Type="http://schemas.openxmlformats.org/officeDocument/2006/relationships/notesSlide" Target="/ppt/notesSlides/notesSlide5.xml" Id="R67372452e485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0c29a333a44fe" /><Relationship Type="http://schemas.openxmlformats.org/officeDocument/2006/relationships/image" Target="/ppt/media/image6.png" Id="R20e9e742e30545e1" /><Relationship Type="http://schemas.openxmlformats.org/officeDocument/2006/relationships/notesSlide" Target="/ppt/notesSlides/notesSlide6.xml" Id="R51edf1d68f504f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4a28003c94293" /><Relationship Type="http://schemas.openxmlformats.org/officeDocument/2006/relationships/image" Target="/ppt/media/image7.png" Id="R93fd73267eda4689" /><Relationship Type="http://schemas.openxmlformats.org/officeDocument/2006/relationships/notesSlide" Target="/ppt/notesSlides/notesSlide7.xml" Id="Rbdb362f6330c4d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378bf525f4884" /><Relationship Type="http://schemas.openxmlformats.org/officeDocument/2006/relationships/image" Target="/ppt/media/image8.png" Id="R6512c2dac1904e46" /><Relationship Type="http://schemas.openxmlformats.org/officeDocument/2006/relationships/notesSlide" Target="/ppt/notesSlides/notesSlide8.xml" Id="Rdb2fc1660dc54e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fe6933e0a452b" /><Relationship Type="http://schemas.openxmlformats.org/officeDocument/2006/relationships/image" Target="/ppt/media/image9.png" Id="Rf32ae79cde1f434b" /><Relationship Type="http://schemas.openxmlformats.org/officeDocument/2006/relationships/notesSlide" Target="/ppt/notesSlides/notesSlide9.xml" Id="R90a2d62e9df14d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153d394e548bd" /><Relationship Type="http://schemas.openxmlformats.org/officeDocument/2006/relationships/image" Target="/ppt/media/image10.png" Id="R87ebba9ca6fd4760" /><Relationship Type="http://schemas.openxmlformats.org/officeDocument/2006/relationships/notesSlide" Target="/ppt/notesSlides/notesSlide10.xml" Id="R701a793bb1dc48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3b32b581240bb" /><Relationship Type="http://schemas.openxmlformats.org/officeDocument/2006/relationships/image" Target="/ppt/media/image11.png" Id="Rfcdd4de192d04386" /><Relationship Type="http://schemas.openxmlformats.org/officeDocument/2006/relationships/notesSlide" Target="/ppt/notesSlides/notesSlide11.xml" Id="Rb559b8d654f849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1372A-474D-4F69-8122-EEC05F7FC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98510e7c64b5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763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9DD15-D937-4124-83CE-8F32A9EE3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3b9d1f4a34cf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610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114C5-6308-4C82-8E5C-0273F58F3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017b1364f4b4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394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CE146-09C5-4B77-A15E-5CFF4ABB6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c9d1efa254de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656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2995A-4F81-4942-BA6B-D6C99814A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6418cec4949c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381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06EE7-9B37-4244-A221-AF2EC3CFC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9e742e30545e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086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8FC02-0F03-462E-891B-60354D97C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d73267eda468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561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6B16C-E180-419F-8044-905FB0A936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2c2dac1904e4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609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1D906-D07D-4ECC-A16E-A72803C70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ae79cde1f434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93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7D4A9-3796-47A2-AB28-6DE41D478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bba9ca6fd476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009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F8369-B8C3-4EAC-ABDE-42535E248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d4de192d0438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2026-10-18T17:56:52.7320000Z</dcterms:created>
  <dcterms:modified xsi:type="dcterms:W3CDTF">2026-10-18T17:56:52.7320000Z</dcterms:modified>
</coreProperties>
</file>